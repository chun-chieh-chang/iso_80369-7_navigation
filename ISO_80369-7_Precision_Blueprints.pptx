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71" r:id="rId7"/>
    <p:sldId id="263" r:id="rId8"/>
    <p:sldId id="264" r:id="rId9"/>
    <p:sldId id="272" r:id="rId10"/>
    <p:sldId id="266" r:id="rId11"/>
    <p:sldId id="273" r:id="rId12"/>
    <p:sldId id="268" r:id="rId13"/>
    <p:sldId id="269" r:id="rId14"/>
    <p:sldId id="270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100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自訂</PresentationFormat>
  <Paragraphs>0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Chang Wesley</cp:lastModifiedBy>
  <cp:revision>3</cp:revision>
  <dcterms:created xsi:type="dcterms:W3CDTF">2006-08-16T00:00:00Z</dcterms:created>
  <dcterms:modified xsi:type="dcterms:W3CDTF">2026-08-08T14:42:19Z</dcterms:modified>
</cp:coreProperties>
</file>